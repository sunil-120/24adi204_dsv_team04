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731520"/>
            <a:ext cx="3108960" cy="310896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846320"/>
            <a:ext cx="2377440" cy="2377440"/>
          </a:xfrm>
          <a:prstGeom prst="ellipse">
            <a:avLst/>
          </a:prstGeom>
          <a:solidFill>
            <a:srgbClr val="C1272D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VISUALISATION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SUCCESS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24ADI204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5074920"/>
            <a:ext cx="7863840" cy="1234440"/>
          </a:xfrm>
          <a:prstGeom prst="roundRect">
            <a:avLst>
              <a:gd name="adj" fmla="val 5926"/>
            </a:avLst>
          </a:prstGeom>
          <a:solidFill>
            <a:srgbClr val="23233A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5230368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and Data Science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Kumaraguru College of Technology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2026–2027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A8A8A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9164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65960" y="1572768"/>
            <a:ext cx="905256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
</a:t>
            </a:r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Rupashini P R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II – Department of AIDS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257860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A8A8A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17904" y="3840480"/>
            <a:ext cx="822960" cy="822960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84632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Vishwaanth 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3675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25BAD130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38144" y="3520440"/>
            <a:ext cx="257860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A8A8A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5968" y="3840480"/>
            <a:ext cx="822960" cy="822960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15" name="Text 13"/>
          <p:cNvSpPr/>
          <p:nvPr/>
        </p:nvSpPr>
        <p:spPr>
          <a:xfrm>
            <a:off x="4315968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75304" y="484632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Sunil 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75304" y="53675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25BAD120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6208" y="3520440"/>
            <a:ext cx="257860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A8A8A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14032" y="3840480"/>
            <a:ext cx="822960" cy="822960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20" name="Text 18"/>
          <p:cNvSpPr/>
          <p:nvPr/>
        </p:nvSpPr>
        <p:spPr>
          <a:xfrm>
            <a:off x="7114032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3368" y="484632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Ragunath 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3368" y="53675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25BAD085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34272" y="3520440"/>
            <a:ext cx="257860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A8A8A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912096" y="3840480"/>
            <a:ext cx="822960" cy="822960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25" name="Text 23"/>
          <p:cNvSpPr/>
          <p:nvPr/>
        </p:nvSpPr>
        <p:spPr>
          <a:xfrm>
            <a:off x="9912096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71432" y="484632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Dejashwin R 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71432" y="53675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25BAD019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36776"/>
            <a:ext cx="585216" cy="585216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3677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554480"/>
            <a:ext cx="9601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real-world movie data to understand what drives box-office success.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551176"/>
            <a:ext cx="585216" cy="585216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5117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2468880"/>
            <a:ext cx="9601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budget, genre, runtime, cast, and other factors relate to performance.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465576"/>
            <a:ext cx="585216" cy="585216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6557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3383280"/>
            <a:ext cx="9601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major features contributing most to a movie's success.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379976"/>
            <a:ext cx="585216" cy="585216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7997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297680"/>
            <a:ext cx="9601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meaningful insights using exploratory data analysis and visualization.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294376"/>
            <a:ext cx="585216" cy="585216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9437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91640" y="5212080"/>
            <a:ext cx="9601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and present findings through an interactive dashboard.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572000"/>
            <a:ext cx="2926080" cy="292608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9692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whether a movie will succeed is a major challenge for studios, producers, and investors. Box-office outcomes are shaped by a complex mix of factors — budget, genre, runtime, director, cast, production company, language, country, and release timing — making it difficult to judge in advance which combination of factors leads to commercial success or failure.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489204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23233A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9834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5577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analyzed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489204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23233A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49834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5577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budget-to-revenue insight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09560" y="489204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23233A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49834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046720" y="5577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success model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459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movie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budget, genre, cast, and release patterns across thousands of films.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4709160" cy="0"/>
          </a:xfrm>
          <a:prstGeom prst="line">
            <a:avLst/>
          </a:prstGeom>
          <a:noFill/>
          <a:ln w="19050">
            <a:solidFill>
              <a:srgbClr val="F7F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4630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6459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37960" y="23774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success factors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81635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features most strongly influence a movie's performance.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7960" y="2331720"/>
            <a:ext cx="4709160" cy="0"/>
          </a:xfrm>
          <a:prstGeom prst="line">
            <a:avLst/>
          </a:prstGeom>
          <a:noFill/>
          <a:ln w="19050">
            <a:solidFill>
              <a:srgbClr val="F7F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8404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0233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predictive 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1937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to forecast movie success.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09160"/>
            <a:ext cx="4709160" cy="0"/>
          </a:xfrm>
          <a:prstGeom prst="line">
            <a:avLst/>
          </a:prstGeom>
          <a:noFill/>
          <a:ln w="19050">
            <a:solidFill>
              <a:srgbClr val="F7F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8404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40233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537960" y="47548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insights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51937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via visualizations and an interactive dashboard for stakeholders.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4709160"/>
            <a:ext cx="4709160" cy="0"/>
          </a:xfrm>
          <a:prstGeom prst="line">
            <a:avLst/>
          </a:prstGeom>
          <a:noFill/>
          <a:ln w="19050">
            <a:solidFill>
              <a:srgbClr val="F7F5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Movie Success dataset combines key attributes of films to analyze and predict box-office outcomes: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97964"/>
            <a:ext cx="621792" cy="621792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979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70248" y="16916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1416" y="1997964"/>
            <a:ext cx="621792" cy="621792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10" name="Text 8"/>
          <p:cNvSpPr/>
          <p:nvPr/>
        </p:nvSpPr>
        <p:spPr>
          <a:xfrm>
            <a:off x="4471416" y="19979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30368" y="16916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00416" y="16916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997964"/>
            <a:ext cx="621792" cy="621792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14" name="Text 12"/>
          <p:cNvSpPr/>
          <p:nvPr/>
        </p:nvSpPr>
        <p:spPr>
          <a:xfrm>
            <a:off x="8101584" y="19979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860536" y="16916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433572"/>
            <a:ext cx="621792" cy="621792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4335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127248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70248" y="3127248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71416" y="3433572"/>
            <a:ext cx="621792" cy="621792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4471416" y="34335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🌟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30368" y="3127248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900416" y="3127248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01584" y="3433572"/>
            <a:ext cx="621792" cy="621792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26" name="Text 24"/>
          <p:cNvSpPr/>
          <p:nvPr/>
        </p:nvSpPr>
        <p:spPr>
          <a:xfrm>
            <a:off x="8101584" y="34335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860536" y="3127248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Company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0080" y="4562856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4869180"/>
            <a:ext cx="621792" cy="621792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48691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600200" y="4562856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4270248" y="4562856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71416" y="4869180"/>
            <a:ext cx="621792" cy="621792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34" name="Text 32"/>
          <p:cNvSpPr/>
          <p:nvPr/>
        </p:nvSpPr>
        <p:spPr>
          <a:xfrm>
            <a:off x="4471416" y="48691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230368" y="4562856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7900416" y="4562856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01584" y="4869180"/>
            <a:ext cx="621792" cy="621792"/>
          </a:xfrm>
          <a:prstGeom prst="ellipse">
            <a:avLst/>
          </a:prstGeom>
          <a:solidFill>
            <a:srgbClr val="141420"/>
          </a:solidFill>
          <a:ln/>
        </p:spPr>
      </p:sp>
      <p:sp>
        <p:nvSpPr>
          <p:cNvPr id="38" name="Text 36"/>
          <p:cNvSpPr/>
          <p:nvPr/>
        </p:nvSpPr>
        <p:spPr>
          <a:xfrm>
            <a:off x="8101584" y="48691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860536" y="4562856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Month / Year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846320"/>
            <a:ext cx="2560320" cy="2560320"/>
          </a:xfrm>
          <a:prstGeom prst="ellipse">
            <a:avLst/>
          </a:prstGeom>
          <a:solidFill>
            <a:srgbClr val="C1272D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TOOLS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3233A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945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 for data processing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3233A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1945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2880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32278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 &amp; Plotly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75320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3233A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1945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32278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&amp;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3977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3233A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20624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4892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2395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&amp; evaluation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977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3233A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420624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00600" y="4892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00600" y="52395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3977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3233A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420624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503920" y="4892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03920" y="52395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71600" y="1554480"/>
            <a:ext cx="0" cy="4352544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417320"/>
            <a:ext cx="274320" cy="274320"/>
          </a:xfrm>
          <a:prstGeom prst="ellipse">
            <a:avLst/>
          </a:prstGeom>
          <a:solidFill>
            <a:srgbClr val="1414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1307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280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234440" y="2039112"/>
            <a:ext cx="274320" cy="27432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92938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190195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234440" y="2660904"/>
            <a:ext cx="274320" cy="274320"/>
          </a:xfrm>
          <a:prstGeom prst="ellipse">
            <a:avLst/>
          </a:prstGeom>
          <a:solidFill>
            <a:srgbClr val="1414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5511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0" y="252374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234440" y="3282696"/>
            <a:ext cx="274320" cy="27432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3172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314553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(Cleaning &amp; Handling Missing Values)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234440" y="3904488"/>
            <a:ext cx="274320" cy="274320"/>
          </a:xfrm>
          <a:prstGeom prst="ellipse">
            <a:avLst/>
          </a:prstGeom>
          <a:solidFill>
            <a:srgbClr val="1414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376732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234440" y="4526280"/>
            <a:ext cx="274320" cy="27432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4416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0" y="4389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234440" y="5148072"/>
            <a:ext cx="274320" cy="274320"/>
          </a:xfrm>
          <a:prstGeom prst="ellipse">
            <a:avLst/>
          </a:prstGeom>
          <a:solidFill>
            <a:srgbClr val="1414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50383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50109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Dashboard Development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234440" y="5769864"/>
            <a:ext cx="274320" cy="27432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56601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286000" y="56327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Conclusion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731520"/>
            <a:ext cx="3108960" cy="310896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2148840"/>
            <a:ext cx="9875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Movie Success Predictor project demonstrates how data science techniques can analyze and forecast box-office outcomes using real-world film data. Through data preprocessing, exploratory data analysis, visualization, and machine learning, the project identifies the key factors — from budget and genre to cast and release timing — that drive a movie's success, offering practical insights for studios, producers, and investors in the film industry.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5486400"/>
            <a:ext cx="9921240" cy="822960"/>
          </a:xfrm>
          <a:prstGeom prst="roundRect">
            <a:avLst>
              <a:gd name="adj" fmla="val 8889"/>
            </a:avLst>
          </a:prstGeom>
          <a:solidFill>
            <a:srgbClr val="23233A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486400"/>
            <a:ext cx="9464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film data to predictive insight — powered by data science.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2743200" cy="2743200"/>
          </a:xfrm>
          <a:prstGeom prst="ellipse">
            <a:avLst/>
          </a:prstGeom>
          <a:solidFill>
            <a:srgbClr val="C1272D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78892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271516" y="3977640"/>
            <a:ext cx="164592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 Predictor – Data Science &amp; Visualisation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2026-07-30T01:57:39Z</dcterms:created>
  <dcterms:modified xsi:type="dcterms:W3CDTF">2026-07-30T01:57:39Z</dcterms:modified>
</cp:coreProperties>
</file>